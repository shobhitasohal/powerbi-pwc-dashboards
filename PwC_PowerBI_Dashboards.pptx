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72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54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Power BI Internship Program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interactive dashboards analyzing Call Centre Operations,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Churn, and Workforce Diversity &amp; Inclusion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Shobhita Sohal  |  Data &amp; BI Analyst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8734A">
              <a:alpha val="4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48640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413308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8734A">
              <a:alpha val="4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606040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413308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8734A">
              <a:alpha val="4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983480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Power BI dashboards  |  One internship program  |  Real business impact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640080" cy="822960"/>
          </a:xfrm>
          <a:prstGeom prst="roundRect">
            <a:avLst>
              <a:gd name="adj" fmla="val 11429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435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calls analyzed across agents, topics &amp; time periods to uncover service gaps and staffing opportunities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640080" cy="822960"/>
          </a:xfrm>
          <a:prstGeom prst="roundRect">
            <a:avLst>
              <a:gd name="adj" fmla="val 11429"/>
            </a:avLst>
          </a:prstGeom>
          <a:solidFill>
            <a:srgbClr val="2E6B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578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926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 revenue at risk — segmenting 7,000+ customers to identify who is churning, why, and how to retain them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640080" cy="82296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721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equity analysis across hiring, promotions, turnover &amp; performance — by gender, level, and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Centre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service gaps, staffing bottlenecks, and agent performance across 5,000 customer calls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5739" y="1005840"/>
            <a:ext cx="6694998" cy="3881628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1524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8255" y="1266624"/>
            <a:ext cx="6190090" cy="3360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7589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 call centre managing 5,000 monthly customer interactions had no centralized view of agent performance, call resolution rates, or demand patterns — making it impossible to optimize staffing, identify service gaps, or improve customer satisfaction, which was tracking 25% below the target of 4.50.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 actual vs 4.50 target — 25% below goal with no diagnostic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355848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65576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Visibility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agent performance or identify coaching needs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163056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72784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Demand Patterns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decisions made without insight into call volume peaks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58368" y="1399032"/>
            <a:ext cx="402336" cy="402336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58368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 &amp; Modelling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184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raw call centre data and built relationships between agent, call, and time dimension tables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58368" y="2313432"/>
            <a:ext cx="402336" cy="402336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58368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5328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KPIs: Avg Answering Speed, Calls Answered Rate, Resolution Rate, Overall Satisfaction Score, Abandoned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58368" y="3227832"/>
            <a:ext cx="402336" cy="402336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58368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4472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 cards, day/time bar charts, and call volume by topic — with Topic, Quarter, and Month slicers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58368" y="4142232"/>
            <a:ext cx="402336" cy="402336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5836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Quadrant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3616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 5 agents across calls answered, resolved calls, speed to answer, and satisfaction rating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4.50 target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447288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47288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February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7288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Call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254496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12PM–5PM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54496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2,700 calls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Period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8046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77240" y="26334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072384"/>
            <a:ext cx="182880" cy="18288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051560" y="299923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services and payment inquiries had the highest unresolved call volume — targeted agent coaching recommended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639312"/>
            <a:ext cx="182880" cy="18288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1051560" y="356616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busier for payment and contract calls; streaming spikes on Thursdays — enabling smarter scheduling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206240"/>
            <a:ext cx="182880" cy="18288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coaching sessions recommended for all agents until satisfaction targets are consistently met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who is leaving, why, and how to retain them before it's too late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Lost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887817" cy="3881627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1524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691" y="1218141"/>
            <a:ext cx="6428412" cy="34850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7589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 company was losing 1,869 customers (26.5% churn rate), resulting in $1.7M in annual revenue loss, with no structured analysis of who was churning, why they were leaving, or which segments were most at risk — making proactive retention impossible.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Blindspot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 annual loss with no segment-level attribution to guide where to 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355848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65576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Profile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who was churning — by contract, service, demographics, or tenure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163056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72784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Retention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system — the business could only react after customers had already left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58368" y="1399032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58368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184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and cleaned 7,000+ customer records across demographics, contracts, services, and payment behaviour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58368" y="2313432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58368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5328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measures for Total Churn, Churn %, Customer Lifetime Value, Annual Revenue Lost, and Churn by Segment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58368" y="3227832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58368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4472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multi-dimensional visuals segmenting churn by gender, contract type, internet service, payment method, and tenure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58368" y="4142232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5836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Recommendations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3616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highest-risk customer profiles and delivered targeted retention recommendations for each key segment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88.6%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447288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47288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7288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254496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54496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8046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77240" y="26334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072384"/>
            <a:ext cx="182880" cy="182880"/>
          </a:xfrm>
          <a:prstGeom prst="ellipse">
            <a:avLst/>
          </a:prstGeom>
          <a:solidFill>
            <a:srgbClr val="2E6B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051560" y="299923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 of customers churn within the first 6 months — early onboarding identified as the highest-impact retention lever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639312"/>
            <a:ext cx="182880" cy="182880"/>
          </a:xfrm>
          <a:prstGeom prst="ellipse">
            <a:avLst/>
          </a:prstGeom>
          <a:solidFill>
            <a:srgbClr val="2E6B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1051560" y="356616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83.4% of churning customers never used technical support — proactive outreach recommended to improve engagement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206240"/>
            <a:ext cx="182880" cy="182880"/>
          </a:xfrm>
          <a:prstGeom prst="ellipse">
            <a:avLst/>
          </a:prstGeom>
          <a:solidFill>
            <a:srgbClr val="2E6B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 recommended at 3-month and 24-month milestones with exclusive cost-saving retention offers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gender equity across hiring, promotions, turnover and performance to surface where progress is stalling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 / 41%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Split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Turnover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FY21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760597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1524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078992"/>
            <a:ext cx="6518082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7589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organization struggling with gender imbalance at the executive level had no data infrastructure to understand where diversity gaps were occurring across hiring, promotions, and turnover — or why progress toward gender balance targets was stalling despite stated organizational commitments.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Equity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view of gender representation across job levels, departments, or regions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355848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65576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Gap Unknown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analysis of whether men and women were being promoted at the same rate or point in tenure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163056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72784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Blindspot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whether women were leaving at higher rates and at which level in the organization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58368" y="13990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58368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184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HR data covering FY20 hiring, FY21 promotions, FY20 turnover, and performance ratings across all departments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58368" y="23134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58368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5328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KPIs: % Male/Female, % Promoted, % Turnover by Gender, Avg Performance Rating, Promotion Rate by Job Level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58368" y="32278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58368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4472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all metrics by gender, job level, department, age group, contract type, and tenure for root cause 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58368" y="41422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5836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Gap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3616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where in the talent pipeline gender gaps widened and which departments carried the highest equity risk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64.7%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to men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FY21 Promotion Gap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447288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47288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turnover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7288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Part-Time Roles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254496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54496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turnover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Level (Operations)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8046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77240" y="26334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072384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051560" y="299923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department has the highest overall turnover (11%) — understanding attrition drivers is critical to retention strategy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63931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1051560" y="356616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employees received a performance rating of 2 — mentorship and leadership development programs recommended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20624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 bias training and structured career development programs recommended to address female leadership attrition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 Demonstrated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2E4A8E">
              <a:alpha val="5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 ·  DAX Measures  ·  KPI Cards  ·  Dynamic Slicers  ·  Drill-through  ·  Interactive Filtering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2E4A8E">
              <a:alpha val="5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1856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122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 ·  Churn Analysis  ·  Workforce Analytics  ·  KPI Development  ·  Trend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2E4A8E">
              <a:alpha val="5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31520" y="2633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8895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 ·  Executive Reporting  ·  Insight Generation  ·  Business Recommendations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Shobhita Sohal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Business Intelligence Analyst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074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shobhita.sohal@gmail.com  |  linkedin.com/in/</a:t>
            </a:r>
            <a:r>
              <a:rPr lang="en-US" sz="10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shobhitasohal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1169</Words>
  <Application>Microsoft Office PowerPoint</Application>
  <PresentationFormat>On-screen Show (16:9)</PresentationFormat>
  <Paragraphs>205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PwC Power BI Internship Program</dc:title>
  <dc:subject>PptxGenJS Presentation</dc:subject>
  <dc:creator>Shobhita Sohal</dc:creator>
  <cp:lastModifiedBy>Shobhita Sohal</cp:lastModifiedBy>
  <cp:revision>4</cp:revision>
  <dcterms:created xsi:type="dcterms:W3CDTF">2026-07-04T20:25:08Z</dcterms:created>
  <dcterms:modified xsi:type="dcterms:W3CDTF">2026-07-20T16:57:25Z</dcterms:modified>
</cp:coreProperties>
</file>